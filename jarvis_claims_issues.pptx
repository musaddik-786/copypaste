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Calibri"/>
              </a:rPr>
              <a:t>JARVIS CLAIMS AI AGENT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mbria"/>
              </a:rPr>
              <a:t>Issues &amp; Gaps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DBFE0"/>
                </a:solidFill>
                <a:latin typeface="Calibri"/>
              </a:rPr>
              <a:t>Based on Deep Code Review of the AI Claims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907792"/>
            <a:ext cx="1920240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9077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Loss Assessment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2032" y="2907792"/>
            <a:ext cx="192024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29077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Repair vs Replace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81144" y="2907792"/>
            <a:ext cx="192024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9077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Settlement Rec.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0255" y="2907792"/>
            <a:ext cx="1920240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5" y="29077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Financial Leakage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8FAD"/>
                </a:solidFill>
                <a:latin typeface="Calibri"/>
              </a:rPr>
              <a:t>Claim Reference: 000-00-003829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B36"/>
                </a:solidFill>
                <a:latin typeface="Cambria"/>
              </a:rPr>
              <a:t>What We Found: 5 Critical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 deep code review of the Jarvis Claims AI pipeline uncovered systematic gaps in data flow, calculation logic, and UI display across three key agents.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07008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207008"/>
            <a:ext cx="365760" cy="11704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207008"/>
            <a:ext cx="3657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298448"/>
            <a:ext cx="3694175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ambria"/>
              </a:rPr>
              <a:t>Settlement bypasses the pipeline
</a:t>
            </a:r>
          </a:p>
          <a:p>
            <a:pPr algn="l"/>
            <a:r>
              <a:rPr sz="900" b="0" i="0">
                <a:solidFill>
                  <a:srgbClr val="334055"/>
                </a:solidFill>
                <a:latin typeface="Calibri"/>
              </a:rPr>
              <a:t>Settlement Recommendation ignores the Repair vs Replace agent's stored decision and re-derives its own verdict from raw tables, deviating from the original 7-step design.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45152" y="1207008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45152" y="1207008"/>
            <a:ext cx="365760" cy="11704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207008"/>
            <a:ext cx="3657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1298448"/>
            <a:ext cx="3694175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ambria"/>
              </a:rPr>
              <a:t>Repair vs Replace output is a dead end
</a:t>
            </a:r>
          </a:p>
          <a:p>
            <a:pPr algn="l"/>
            <a:r>
              <a:rPr sz="900" b="0" i="0">
                <a:solidFill>
                  <a:srgbClr val="334055"/>
                </a:solidFill>
                <a:latin typeface="Calibri"/>
              </a:rPr>
              <a:t>The Repair vs Replace agent writes its recommendation &amp; confidence score to the database, but the UI never reads those columns. The output is completely unused.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505456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2505456"/>
            <a:ext cx="365760" cy="11704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505456"/>
            <a:ext cx="3657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596896"/>
            <a:ext cx="3694175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ambria"/>
              </a:rPr>
              <a:t>Confidence score is misleading
</a:t>
            </a:r>
          </a:p>
          <a:p>
            <a:pPr algn="l"/>
            <a:r>
              <a:rPr sz="900" b="0" i="0">
                <a:solidFill>
                  <a:srgbClr val="334055"/>
                </a:solidFill>
                <a:latin typeface="Calibri"/>
              </a:rPr>
              <a:t>"Confidence: 85%" on the Repair vs Replace page is borrowed from the Loss Assessment agent. The real Repair vs Replace confidence is just a cost-gap ratio, not AI confidence.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5152" y="2505456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505456"/>
            <a:ext cx="365760" cy="11704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2505456"/>
            <a:ext cx="3657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2596896"/>
            <a:ext cx="3694175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ambria"/>
              </a:rPr>
              <a:t>Financial Leakage compares itself
</a:t>
            </a:r>
          </a:p>
          <a:p>
            <a:pPr algn="l"/>
            <a:r>
              <a:rPr sz="900" b="0" i="0">
                <a:solidFill>
                  <a:srgbClr val="334055"/>
                </a:solidFill>
                <a:latin typeface="Calibri"/>
              </a:rPr>
              <a:t>For Replace-decision claims pre-dispatch, the exact same SQL query runs twice as "estimated" and "actual" cost. Variance is always exactly 0% — a structural tautology, not a real comparison.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3803904"/>
            <a:ext cx="8631936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" y="3803904"/>
            <a:ext cx="365760" cy="11704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3803904"/>
            <a:ext cx="3657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3895344"/>
            <a:ext cx="8119871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ambria"/>
              </a:rPr>
              <a:t>No shared source of truth for claim cost
</a:t>
            </a:r>
          </a:p>
          <a:p>
            <a:pPr algn="l"/>
            <a:r>
              <a:rPr sz="900" b="0" i="0">
                <a:solidFill>
                  <a:srgbClr val="334055"/>
                </a:solidFill>
                <a:latin typeface="Calibri"/>
              </a:rPr>
              <a:t>Four different "cost of this claim" numbers coexist across agents, none forced to agree. Loss Assessment, Repair vs Replace, Settlement, and Leakage each use different formulas.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B36"/>
                </a:solidFill>
                <a:latin typeface="Cambria"/>
              </a:rPr>
              <a:t>The 4 AI Agents — Purpose &amp; Intended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777240"/>
            <a:ext cx="2121408" cy="41879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777240"/>
            <a:ext cx="2121408" cy="6583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81381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813816"/>
            <a:ext cx="21214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mbria"/>
              </a:rPr>
              <a:t>Loss Assessment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490472"/>
            <a:ext cx="19385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C7293"/>
                </a:solidFill>
                <a:latin typeface="Calibr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673352"/>
            <a:ext cx="193852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Calibri"/>
              </a:rPr>
              <a:t>Estimates total repair cost from damage items. Applies depreciation % and deductible. Produces the authoritative net_payable stored in loss_estimation_outputs.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2971800"/>
            <a:ext cx="1938527" cy="201168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2971800"/>
            <a:ext cx="19385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65A82"/>
                </a:solidFill>
                <a:latin typeface="Calibri"/>
              </a:rPr>
              <a:t>TABLES WRITTEN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3200400"/>
            <a:ext cx="193852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E"/>
                </a:solidFill>
                <a:latin typeface="Calibri"/>
              </a:rPr>
              <a:t>loss_assessments
loss_estimation_outputs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3840480"/>
            <a:ext cx="1938527" cy="822960"/>
          </a:xfrm>
          <a:prstGeom prst="rect">
            <a:avLst/>
          </a:prstGeom>
          <a:solidFill>
            <a:srgbClr val="F5F9FF"/>
          </a:solidFill>
          <a:ln w="9525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3886200"/>
            <a:ext cx="18653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B36"/>
                </a:solidFill>
                <a:latin typeface="Courier New"/>
              </a:rPr>
              <a:t>net_payable = (parts+labor) - depreciation - deductible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777240"/>
            <a:ext cx="2121408" cy="41879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777240"/>
            <a:ext cx="2121408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81381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813816"/>
            <a:ext cx="21214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mbria"/>
              </a:rPr>
              <a:t>Repair vs Replace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1490472"/>
            <a:ext cx="19385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28090"/>
                </a:solidFill>
                <a:latin typeface="Calibri"/>
              </a:rPr>
              <a:t>PURPOSE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1673352"/>
            <a:ext cx="193852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Calibri"/>
              </a:rPr>
              <a:t>Per damaged item, uses LLM to estimate repair cost vs replacement cost. Applies threshold rules to recommend Repair or Replace. Stores recommendation in estimates table.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2971800"/>
            <a:ext cx="1938527" cy="201168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2971800"/>
            <a:ext cx="19385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65A82"/>
                </a:solidFill>
                <a:latin typeface="Calibri"/>
              </a:rPr>
              <a:t>TABLES WRITTEN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200400"/>
            <a:ext cx="193852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E"/>
                </a:solidFill>
                <a:latin typeface="Calibri"/>
              </a:rPr>
              <a:t>repair_costs, replacement_costs
estimates, repair_vs_replacement_decisions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3840480"/>
            <a:ext cx="1938527" cy="822960"/>
          </a:xfrm>
          <a:prstGeom prst="rect">
            <a:avLst/>
          </a:prstGeom>
          <a:solidFill>
            <a:srgbClr val="F5F9FF"/>
          </a:solidFill>
          <a:ln w="9525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51176" y="3886200"/>
            <a:ext cx="18653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B36"/>
                </a:solidFill>
                <a:latin typeface="Courier New"/>
              </a:rPr>
              <a:t>Replace if replace_net &lt; repair_net*1.25
or useful_life_remaining &lt; 3 years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777240"/>
            <a:ext cx="2121408" cy="41879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777240"/>
            <a:ext cx="2121408" cy="65836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81381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813816"/>
            <a:ext cx="21214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mbria"/>
              </a:rPr>
              <a:t>Settlement Recommendation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1490472"/>
            <a:ext cx="19385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65A82"/>
                </a:solidFill>
                <a:latin typeface="Calibri"/>
              </a:rPr>
              <a:t>PURPOSE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1673352"/>
            <a:ext cx="193852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Calibri"/>
              </a:rPr>
              <a:t>Should read upstream agent outputs, cap the settlement against remaining coverage, and use LLM only to generate plain-English notes around a pre-computed number.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2971800"/>
            <a:ext cx="1938527" cy="201168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2971800"/>
            <a:ext cx="19385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65A82"/>
                </a:solidFill>
                <a:latin typeface="Calibri"/>
              </a:rPr>
              <a:t>TABLES WRITTEN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3200400"/>
            <a:ext cx="193852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E"/>
                </a:solidFill>
                <a:latin typeface="Calibri"/>
              </a:rPr>
              <a:t>ai_decision_recommendations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36592" y="3840480"/>
            <a:ext cx="1938527" cy="822960"/>
          </a:xfrm>
          <a:prstGeom prst="rect">
            <a:avLst/>
          </a:prstGeom>
          <a:solidFill>
            <a:srgbClr val="F5F9FF"/>
          </a:solidFill>
          <a:ln w="9525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73168" y="3886200"/>
            <a:ext cx="18653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B36"/>
                </a:solidFill>
                <a:latin typeface="Courier New"/>
              </a:rPr>
              <a:t>settlement = MIN(net_payable, coverage_limit)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67144" y="777240"/>
            <a:ext cx="2121408" cy="41879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67144" y="777240"/>
            <a:ext cx="2121408" cy="658368"/>
          </a:xfrm>
          <a:prstGeom prst="rect">
            <a:avLst/>
          </a:prstGeom>
          <a:solidFill>
            <a:srgbClr val="02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67144" y="81381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67144" y="813816"/>
            <a:ext cx="21214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mbria"/>
              </a:rPr>
              <a:t>Financial Leakage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58584" y="1490472"/>
            <a:ext cx="19385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28A70"/>
                </a:solidFill>
                <a:latin typeface="Calibri"/>
              </a:rPr>
              <a:t>PURPOSE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58584" y="1673352"/>
            <a:ext cx="193852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Calibri"/>
              </a:rPr>
              <a:t>Should compare estimated claim cost vs actual vendor cost to detect over/under-payment. Produces a leakage score (0-100) and risk classification.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58584" y="2971800"/>
            <a:ext cx="1938527" cy="201168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8584" y="2971800"/>
            <a:ext cx="19385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65A82"/>
                </a:solidFill>
                <a:latin typeface="Calibri"/>
              </a:rPr>
              <a:t>TABLES WRITTEN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58584" y="3200400"/>
            <a:ext cx="193852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E"/>
                </a:solidFill>
                <a:latin typeface="Calibri"/>
              </a:rPr>
              <a:t>financial_leakage_score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58584" y="3840480"/>
            <a:ext cx="1938527" cy="822960"/>
          </a:xfrm>
          <a:prstGeom prst="rect">
            <a:avLst/>
          </a:prstGeom>
          <a:solidFill>
            <a:srgbClr val="F5F9FF"/>
          </a:solidFill>
          <a:ln w="9525">
            <a:solidFill>
              <a:srgbClr val="02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95160" y="3886200"/>
            <a:ext cx="18653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B36"/>
                </a:solidFill>
                <a:latin typeface="Courier New"/>
              </a:rPr>
              <a:t>variance = (actual - estimated) / estimated ×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B36"/>
                </a:solidFill>
                <a:latin typeface="Cambria"/>
              </a:rPr>
              <a:t>Intended vs Actual Data Flow: Settlement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74980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7AE60"/>
                </a:solidFill>
                <a:latin typeface="Calibri"/>
              </a:rPr>
              <a:t>INTENDED  (Original 7-Step Design)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097280"/>
            <a:ext cx="4160520" cy="7132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097280"/>
            <a:ext cx="2926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097280"/>
            <a:ext cx="378561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Loss Assessment writes
net_payable → loss_estimation_outputs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810512"/>
            <a:ext cx="228600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947672"/>
            <a:ext cx="4160520" cy="7132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947672"/>
            <a:ext cx="2926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47672"/>
            <a:ext cx="378561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Repair vs Replace writes
decision → repair_vs_replacement_decisions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2660904"/>
            <a:ext cx="228600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798064"/>
            <a:ext cx="4160520" cy="7132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2798064"/>
            <a:ext cx="2926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2798064"/>
            <a:ext cx="378561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Settlement reads Step 1 net_payable
AND Step 2 decision (authoritative)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3511296"/>
            <a:ext cx="228600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3648456"/>
            <a:ext cx="4160520" cy="713232"/>
          </a:xfrm>
          <a:prstGeom prst="rect">
            <a:avLst/>
          </a:prstGeom>
          <a:solidFill>
            <a:srgbClr val="02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3648456"/>
            <a:ext cx="2926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3648456"/>
            <a:ext cx="378561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settlement = MIN(net_payable, coverage_limit)
Single source of truth — no recalculation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4507992"/>
            <a:ext cx="4160520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4526280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✓  One authoritative net_payable flows through all steps without recalculation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5424" y="713232"/>
            <a:ext cx="36576" cy="4297680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749808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74C3C"/>
                </a:solidFill>
                <a:latin typeface="Calibri"/>
              </a:rPr>
              <a:t>ACTUAL  (Current Codebase)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1097280"/>
            <a:ext cx="4343400" cy="7132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1097280"/>
            <a:ext cx="3108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0912" y="1097280"/>
            <a:ext cx="3931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Loss Assessment writes net_payable
→ loss_estimation_outputs  ✓ (works as intended)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1810512"/>
            <a:ext cx="228600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1947672"/>
            <a:ext cx="4343400" cy="7132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1947672"/>
            <a:ext cx="3108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1947672"/>
            <a:ext cx="3931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Repair vs Replace writes decision
→ repair_vs_replacement_decisions  ✓ (works)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660904"/>
            <a:ext cx="228600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63440" y="2798064"/>
            <a:ext cx="4343400" cy="7132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2798064"/>
            <a:ext cx="3108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0912" y="2798064"/>
            <a:ext cx="3931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Settlement fetches Step 2 row…
then only uses it in a debug print statement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511296"/>
            <a:ext cx="228600" cy="137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63440" y="3648456"/>
            <a:ext cx="4343400" cy="7132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3648456"/>
            <a:ext cx="3108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0912" y="3648456"/>
            <a:ext cx="3931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resolve_repair_vs_replacement() re-reads
raw tables and calculates its OWN verdict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4507992"/>
            <a:ext cx="4343400" cy="2926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4526280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✗  Settlement recalculates independently — can silently disagree with upstream 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B36"/>
                </a:solidFill>
                <a:latin typeface="Cambria"/>
              </a:rPr>
              <a:t>Settlement Recommendation Agent: 3 Issues Found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463040" cy="24688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AGENT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069848"/>
            <a:ext cx="8631936" cy="1005840"/>
          </a:xfrm>
          <a:prstGeom prst="rect">
            <a:avLst/>
          </a:prstGeom>
          <a:solidFill>
            <a:srgbClr val="FFF5F5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143000"/>
            <a:ext cx="844905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74C3C"/>
                </a:solidFill>
                <a:latin typeface="Calibri"/>
              </a:rPr>
              <a:t>⚠  Issue 1 — LLM has no power over numbers
</a:t>
            </a:r>
          </a:p>
          <a:p>
            <a:pPr algn="l"/>
            <a:r>
              <a:rPr sz="900" b="0" i="0">
                <a:solidFill>
                  <a:srgbClr val="4A1515"/>
                </a:solidFill>
                <a:latin typeface="Calibri"/>
              </a:rPr>
              <a:t>The "Notes" text IS written by an LLM call, but the prompt explicitly forbids it from touching any number:
"The settlement amount has ALREADY been calculated by the business rules. DO NOT recalculate any numbers.
Use the values exactly as provided."
The LLM only paraphrases a number it cannot question, validate, or change.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2148840"/>
            <a:ext cx="8631936" cy="1097280"/>
          </a:xfrm>
          <a:prstGeom prst="rect">
            <a:avLst/>
          </a:prstGeom>
          <a:solidFill>
            <a:srgbClr val="FFF5F5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2221992"/>
            <a:ext cx="8449056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74C3C"/>
                </a:solidFill>
                <a:latin typeface="Calibri"/>
              </a:rPr>
              <a:t>⚠  Issue 2 — The Repair vs Replace decision is fetched and then discarded
</a:t>
            </a:r>
          </a:p>
          <a:p>
            <a:pPr algn="l"/>
            <a:r>
              <a:rPr sz="850" b="0" i="0">
                <a:solidFill>
                  <a:srgbClr val="4A1515"/>
                </a:solidFill>
                <a:latin typeface="Calibri"/>
              </a:rPr>
              <a:t>The code reads the Repair vs Replace agent's stored decision, then the very next line is only a debug print:
    repair_replace = _get_repair_vs_replace(claim_id)   # fetches repair_vs_replacement_decisions row
    print("repair_replace =", repair_replace)            # THE ONLY USE OF THIS VALUE
The agent then ignores this and recalculates its own verdict. An adjuster manual override would be silently discarded.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3319272"/>
            <a:ext cx="8631936" cy="1005840"/>
          </a:xfrm>
          <a:prstGeom prst="rect">
            <a:avLst/>
          </a:prstGeom>
          <a:solidFill>
            <a:srgbClr val="FFF5F5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3392424"/>
            <a:ext cx="844905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74C3C"/>
                </a:solidFill>
                <a:latin typeface="Calibri"/>
              </a:rPr>
              <a:t>⚠  Issue 3 — Undocumented recalculation step deviates from original design
</a:t>
            </a:r>
          </a:p>
          <a:p>
            <a:pPr algn="l"/>
            <a:r>
              <a:rPr sz="900" b="0" i="0">
                <a:solidFill>
                  <a:srgbClr val="4A1515"/>
                </a:solidFill>
                <a:latin typeface="Calibri"/>
              </a:rPr>
              <a:t>Original design: net_payable flows from loss_estimation_outputs (Loss Assessment Agent) as the single source of truth.
Current code: adds resolve_repair_vs_replacement() that re-reads raw loss_assessments + replacement_costs tables directly.
When this re-derived verdict says "Replace", it DISCARDS loss_estimation_outputs.net_payable and substitutes replacement_costs − deductible.
This is why Settlement Amount = Repair vs Replace replacement total — not because they are wired together, but because both read the same raw table independently.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4398264"/>
            <a:ext cx="8631936" cy="502920"/>
          </a:xfrm>
          <a:prstGeom prst="rect">
            <a:avLst/>
          </a:prstGeom>
          <a:solidFill>
            <a:srgbClr val="FFFBEA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4425696"/>
            <a:ext cx="8449056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6914"/>
                </a:solidFill>
                <a:latin typeface="Calibri"/>
              </a:rPr>
              <a:t>On-screen observation: </a:t>
            </a:r>
          </a:p>
          <a:p>
            <a:pPr algn="l"/>
            <a:r>
              <a:rPr sz="1000" b="0" i="0">
                <a:solidFill>
                  <a:srgbClr val="5C4A00"/>
                </a:solidFill>
                <a:latin typeface="Calibri"/>
              </a:rPr>
              <a:t>Settlement Amount ($14,349) = Final Settlement ($14,349) = Net Payable (Replacement) ($14,349). Not a coincidence — all three trace back to the same replacement_costs SUM query, run independently 2–3 times.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B36"/>
                </a:solidFill>
                <a:latin typeface="Cambria"/>
              </a:rPr>
              <a:t>Repair vs Replacement Agent: Output Is a Dead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463040" cy="24688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AGENT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105156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What the agent computes &amp; stores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353312"/>
            <a:ext cx="292608" cy="5669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353312"/>
            <a:ext cx="292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353312"/>
            <a:ext cx="38587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89888"/>
            <a:ext cx="37307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B36"/>
                </a:solidFill>
                <a:latin typeface="Calibri"/>
              </a:rPr>
              <a:t>LLM call per item: estimates repair_cost AND replacement_cost
(unconstrained — no pricing database or historical reference)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2048256"/>
            <a:ext cx="292608" cy="5669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2048256"/>
            <a:ext cx="292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2048256"/>
            <a:ext cx="38587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084832"/>
            <a:ext cx="37307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B36"/>
                </a:solidFill>
                <a:latin typeface="Calibri"/>
              </a:rPr>
              <a:t>Sums item costs → total_repair_cost, total_replacement_cost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2743200"/>
            <a:ext cx="292608" cy="5669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2743200"/>
            <a:ext cx="292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" y="2743200"/>
            <a:ext cx="38587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779776"/>
            <a:ext cx="37307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B36"/>
                </a:solidFill>
                <a:latin typeface="Calibri"/>
              </a:rPr>
              <a:t>Threshold rule decides Repair vs Replace:
• Repair only if repair &lt; 40% of replace
• Every other branch (including else) → Replace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3438144"/>
            <a:ext cx="292608" cy="5669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" y="3438144"/>
            <a:ext cx="292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" y="3438144"/>
            <a:ext cx="38587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474720"/>
            <a:ext cx="37307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B36"/>
                </a:solidFill>
                <a:latin typeface="Calibri"/>
              </a:rPr>
              <a:t>confidence_score = min(1.0, 0.5 + |gap| / replace)
= cost-gap ratio, NOT an AI confidence measure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4133087"/>
            <a:ext cx="292608" cy="5669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" y="4133087"/>
            <a:ext cx="292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" y="4133087"/>
            <a:ext cx="38587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169663"/>
            <a:ext cx="37307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B36"/>
                </a:solidFill>
                <a:latin typeface="Calibri"/>
              </a:rPr>
              <a:t>Writes recommendation + confidence_score
→ estimates table AND repair_vs_replacement_decisions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08576" y="1005840"/>
            <a:ext cx="36576" cy="3977639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1051560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What happens to the 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36592" y="1353312"/>
            <a:ext cx="425196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9744" y="1371600"/>
            <a:ext cx="41056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estimates table (recommendation + confidence_score written)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10528" y="1847088"/>
            <a:ext cx="237744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36592" y="2066543"/>
            <a:ext cx="4251960" cy="658368"/>
          </a:xfrm>
          <a:prstGeom prst="rect">
            <a:avLst/>
          </a:prstGeom>
          <a:solidFill>
            <a:srgbClr val="FFF0F0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2103120"/>
            <a:ext cx="40690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E74C3C"/>
                </a:solidFill>
                <a:latin typeface="Cambria"/>
              </a:rPr>
              <a:t>NEVER READ BY THE UI
</a:t>
            </a:r>
          </a:p>
          <a:p>
            <a:pPr algn="ctr"/>
            <a:r>
              <a:rPr sz="900" b="0" i="0">
                <a:solidFill>
                  <a:srgbClr val="800000"/>
                </a:solidFill>
                <a:latin typeface="Calibri"/>
              </a:rPr>
              <a:t>This table row is written to the database and never used.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36592" y="2816352"/>
            <a:ext cx="4251960" cy="36576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36592" y="2907792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  <a:latin typeface="Calibri"/>
              </a:rPr>
              <a:t>What the UI actually shows instead: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36592" y="3218688"/>
            <a:ext cx="1481328" cy="40233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3168" y="3218688"/>
            <a:ext cx="1408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"AI Recommendation"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218688"/>
            <a:ext cx="2743200" cy="402336"/>
          </a:xfrm>
          <a:prstGeom prst="rect">
            <a:avLst/>
          </a:prstGeom>
          <a:solidFill>
            <a:srgbClr val="FFF0F0"/>
          </a:solidFill>
          <a:ln w="9525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18504" y="325526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B36"/>
                </a:solidFill>
                <a:latin typeface="Calibri"/>
              </a:rPr>
              <a:t>Frontend TypeScript recalculation (adjuster.ts)
= 4th independent net-payable comparison in the codebase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36592" y="3657600"/>
            <a:ext cx="1481328" cy="40233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73168" y="3657600"/>
            <a:ext cx="1408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"Confidence: 85%"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657600"/>
            <a:ext cx="2743200" cy="402336"/>
          </a:xfrm>
          <a:prstGeom prst="rect">
            <a:avLst/>
          </a:prstGeom>
          <a:solidFill>
            <a:srgbClr val="FFF0F0"/>
          </a:solidFill>
          <a:ln w="9525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18504" y="36941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B36"/>
                </a:solidFill>
                <a:latin typeface="Calibri"/>
              </a:rPr>
              <a:t>loss_estimation_outputs.confidence
= Loss Assessment Agent's confidence in its parts/labor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36592" y="4096512"/>
            <a:ext cx="1481328" cy="40233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73168" y="4096512"/>
            <a:ext cx="1408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Total Repair Cost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4096512"/>
            <a:ext cx="2743200" cy="402336"/>
          </a:xfrm>
          <a:prstGeom prst="rect">
            <a:avLst/>
          </a:prstGeom>
          <a:solidFill>
            <a:srgbClr val="F0FFF4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18504" y="41330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B36"/>
                </a:solidFill>
                <a:latin typeface="Calibri"/>
              </a:rPr>
              <a:t>SUM(repair_costs) — Repair vs Replace LLM guess  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36592" y="4535424"/>
            <a:ext cx="1481328" cy="40233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73168" y="4535424"/>
            <a:ext cx="1408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Total Replace Cost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4535424"/>
            <a:ext cx="2743200" cy="402336"/>
          </a:xfrm>
          <a:prstGeom prst="rect">
            <a:avLst/>
          </a:prstGeom>
          <a:solidFill>
            <a:srgbClr val="F0FFF4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18504" y="45720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B36"/>
                </a:solidFill>
                <a:latin typeface="Calibri"/>
              </a:rPr>
              <a:t>SUM(replacement_costs) — Repair vs Replace LLM guess  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B36"/>
                </a:solidFill>
                <a:latin typeface="Cambria"/>
              </a:rPr>
              <a:t>Financial Leakage Agent: Comparing Itself Against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463040" cy="24688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AGENT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042415"/>
            <a:ext cx="8631936" cy="347472"/>
          </a:xfrm>
          <a:prstGeom prst="rect">
            <a:avLst/>
          </a:prstGeom>
          <a:solidFill>
            <a:srgbClr val="EDF4FB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088136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65A82"/>
                </a:solidFill>
                <a:latin typeface="Calibri"/>
              </a:rPr>
              <a:t>Intended purpose: compare estimated claim cost vs actual vendor cost to detect overpayment.  variance = (actual − estimated) / estimated × 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463040"/>
            <a:ext cx="8631936" cy="1371600"/>
          </a:xfrm>
          <a:prstGeom prst="rect">
            <a:avLst/>
          </a:prstGeom>
          <a:solidFill>
            <a:srgbClr val="FFF5F5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536192"/>
            <a:ext cx="8449056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74C3C"/>
                </a:solidFill>
                <a:latin typeface="Calibri"/>
              </a:rPr>
              <a:t>⚠  Issue 1 — For Replace-decision claims pre-dispatch: variance is ALWAYS exactly 0%
</a:t>
            </a:r>
          </a:p>
          <a:p>
            <a:pPr algn="l"/>
            <a:r>
              <a:rPr sz="850" b="0" i="0">
                <a:solidFill>
                  <a:srgbClr val="4A1515"/>
                </a:solidFill>
                <a:latin typeface="Calibri"/>
              </a:rPr>
              <a:t>Both "estimated cost" and "actual cost" run the SAME database query:
   total_estimated_cost  =  _get_settlement_amount(claim, "Replace")
                         →  SUM(replacement_costs.total_replacement_estimate)
   total_actual_cost     =  _get_actual_cost_from_ai(claim, "Replace")
                         →  SUM(replacement_costs.total_replacement_estimate)  ← SAME TABLE, SAME QUERY
Variance = (x − x) / x × 100 = 0% always. UI shows: Estimated $16,875 | Actual $16,875 | Variance 0% | Score 0/100 | Risk: 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2907792"/>
            <a:ext cx="4187952" cy="960120"/>
          </a:xfrm>
          <a:prstGeom prst="rect">
            <a:avLst/>
          </a:prstGeom>
          <a:solidFill>
            <a:srgbClr val="FFF5F5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980944"/>
            <a:ext cx="4005072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74C3C"/>
                </a:solidFill>
                <a:latin typeface="Calibri"/>
              </a:rPr>
              <a:t>⚠  Issue 2 — Negative variance floored to 0 (bug)
</a:t>
            </a:r>
          </a:p>
          <a:p>
            <a:pPr algn="l"/>
            <a:r>
              <a:rPr sz="850" b="0" i="0">
                <a:solidFill>
                  <a:srgbClr val="4A1515"/>
                </a:solidFill>
                <a:latin typeface="Calibri"/>
              </a:rPr>
              <a:t>leakage_score = min(int(max(variance, 0) × 2), 100)
The max(variance, 0) means if actual &lt; estimated (underpayment),
the score = 0, Risk = "Low" — even though -34% variance IS material leakage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5424" y="2907792"/>
            <a:ext cx="4352544" cy="960120"/>
          </a:xfrm>
          <a:prstGeom prst="rect">
            <a:avLst/>
          </a:prstGeom>
          <a:solidFill>
            <a:srgbClr val="FFF5F5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980944"/>
            <a:ext cx="4169663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74C3C"/>
                </a:solidFill>
                <a:latin typeface="Calibri"/>
              </a:rPr>
              <a:t>⚠  Issue 3 — Estimated cost excludes deductible (apples vs oranges)
</a:t>
            </a:r>
          </a:p>
          <a:p>
            <a:pPr algn="l"/>
            <a:r>
              <a:rPr sz="850" b="0" i="0">
                <a:solidFill>
                  <a:srgbClr val="4A1515"/>
                </a:solidFill>
                <a:latin typeface="Calibri"/>
              </a:rPr>
              <a:t>"Total Estimated Cost" for Repair = raw parts + labor from loss_assessments = $15,600
(no deductible or depreciation applied)
Settlement Amount uses the net figure ($12,800 after deductible).
Leakage compares gross estimate vs AI-guessed "actual" — different bases.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941063"/>
            <a:ext cx="8631936" cy="914400"/>
          </a:xfrm>
          <a:prstGeom prst="rect">
            <a:avLst/>
          </a:prstGeom>
          <a:solidFill>
            <a:srgbClr val="FFFBEA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977639"/>
            <a:ext cx="844905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6914"/>
                </a:solidFill>
                <a:latin typeface="Calibri"/>
              </a:rPr>
              <a:t>Root Cause: </a:t>
            </a:r>
          </a:p>
          <a:p>
            <a:pPr algn="l"/>
            <a:r>
              <a:rPr sz="1000" b="0" i="0">
                <a:solidFill>
                  <a:srgbClr val="5C4A00"/>
                </a:solidFill>
                <a:latin typeface="Calibri"/>
              </a:rPr>
              <a:t>There is NO real "actual cost" before vendor dispatch. The only genuine ground-truth is a real vendor invoice (expert_estimates table) — which only exists after Expert Dispatch is run. Until then, Financial Leakage compares the AI's estimate against itself. Pre-dispatch scores (0/100, Low) should be treated as placeholders, not real leakage signals.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B36"/>
                </a:solidFill>
                <a:latin typeface="Cambria"/>
              </a:rPr>
              <a:t>No Single Source of Truth: 4 Different "Cost"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All four numbers describe "the cost of this claim" — but none are forced to agree.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97280"/>
            <a:ext cx="2121408" cy="347472"/>
          </a:xfrm>
          <a:prstGeom prst="rect">
            <a:avLst/>
          </a:prstGeom>
          <a:solidFill>
            <a:srgbClr val="0F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097280"/>
            <a:ext cx="20665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Agent / Component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097280"/>
            <a:ext cx="3694176" cy="347472"/>
          </a:xfrm>
          <a:prstGeom prst="rect">
            <a:avLst/>
          </a:prstGeom>
          <a:solidFill>
            <a:srgbClr val="0F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78024" y="1097280"/>
            <a:ext cx="3639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Formula / 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261872" cy="347472"/>
          </a:xfrm>
          <a:prstGeom prst="rect">
            <a:avLst/>
          </a:prstGeom>
          <a:solidFill>
            <a:srgbClr val="0F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3" y="1097280"/>
            <a:ext cx="1207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Example
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097280"/>
            <a:ext cx="1316736" cy="347472"/>
          </a:xfrm>
          <a:prstGeom prst="rect">
            <a:avLst/>
          </a:prstGeom>
          <a:solidFill>
            <a:srgbClr val="0F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44384" y="1097280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Ded./Dep
Included?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1481328"/>
            <a:ext cx="2121408" cy="768096"/>
          </a:xfrm>
          <a:prstGeom prst="rect">
            <a:avLst/>
          </a:prstGeom>
          <a:solidFill>
            <a:srgbClr val="EDF4FB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3160" y="1481328"/>
            <a:ext cx="3694176" cy="768096"/>
          </a:xfrm>
          <a:prstGeom prst="rect">
            <a:avLst/>
          </a:prstGeom>
          <a:solidFill>
            <a:srgbClr val="EDF4FB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81328"/>
            <a:ext cx="1261872" cy="768096"/>
          </a:xfrm>
          <a:prstGeom prst="rect">
            <a:avLst/>
          </a:prstGeom>
          <a:solidFill>
            <a:srgbClr val="EDF4FB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1481328"/>
            <a:ext cx="1316736" cy="768096"/>
          </a:xfrm>
          <a:prstGeom prst="rect">
            <a:avLst/>
          </a:prstGeom>
          <a:solidFill>
            <a:srgbClr val="EDF4FB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1517904"/>
            <a:ext cx="204825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Loss Assessment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78024" y="1517904"/>
            <a:ext cx="362102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B36"/>
                </a:solidFill>
                <a:latin typeface="Courier New"/>
              </a:rPr>
              <a:t>loss_estimation_outputs.net_payable
= parts+labor − depreciation − deductible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1682496"/>
            <a:ext cx="122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Calibri"/>
              </a:rPr>
              <a:t>$12,800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9248" y="1691640"/>
            <a:ext cx="1097280" cy="347472"/>
          </a:xfrm>
          <a:prstGeom prst="rect">
            <a:avLst/>
          </a:prstGeom>
          <a:solidFill>
            <a:srgbClr val="EDFFF4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6916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✓ 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2286000"/>
            <a:ext cx="2121408" cy="768096"/>
          </a:xfrm>
          <a:prstGeom prst="rect">
            <a:avLst/>
          </a:prstGeom>
          <a:solidFill>
            <a:srgbClr val="FFF8F8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23160" y="2286000"/>
            <a:ext cx="3694176" cy="768096"/>
          </a:xfrm>
          <a:prstGeom prst="rect">
            <a:avLst/>
          </a:prstGeom>
          <a:solidFill>
            <a:srgbClr val="FFF8F8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286000"/>
            <a:ext cx="1261872" cy="768096"/>
          </a:xfrm>
          <a:prstGeom prst="rect">
            <a:avLst/>
          </a:prstGeom>
          <a:solidFill>
            <a:srgbClr val="FFF8F8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89520" y="2286000"/>
            <a:ext cx="1316736" cy="768096"/>
          </a:xfrm>
          <a:prstGeom prst="rect">
            <a:avLst/>
          </a:prstGeom>
          <a:solidFill>
            <a:srgbClr val="FFF8F8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2322576"/>
            <a:ext cx="204825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Repair vs Replace Agent
(LLM per item, repair path)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78024" y="2322576"/>
            <a:ext cx="362102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B36"/>
                </a:solidFill>
                <a:latin typeface="Courier New"/>
              </a:rPr>
              <a:t>SUM(repair_costs)
= unconstrained LLM guesses per item, no 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2487168"/>
            <a:ext cx="122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74C3C"/>
                </a:solidFill>
                <a:latin typeface="Calibri"/>
              </a:rPr>
              <a:t>$5,300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99248" y="2496312"/>
            <a:ext cx="1097280" cy="347472"/>
          </a:xfrm>
          <a:prstGeom prst="rect">
            <a:avLst/>
          </a:prstGeom>
          <a:solidFill>
            <a:srgbClr val="FFF0F0"/>
          </a:solidFill>
          <a:ln w="9525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99248" y="24963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74C3C"/>
                </a:solidFill>
                <a:latin typeface="Calibri"/>
              </a:rPr>
              <a:t>✗ 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" y="3090672"/>
            <a:ext cx="2121408" cy="768096"/>
          </a:xfrm>
          <a:prstGeom prst="rect">
            <a:avLst/>
          </a:prstGeom>
          <a:solidFill>
            <a:srgbClr val="FFFBEA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23160" y="3090672"/>
            <a:ext cx="3694176" cy="768096"/>
          </a:xfrm>
          <a:prstGeom prst="rect">
            <a:avLst/>
          </a:prstGeom>
          <a:solidFill>
            <a:srgbClr val="FFFBEA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090672"/>
            <a:ext cx="1261872" cy="768096"/>
          </a:xfrm>
          <a:prstGeom prst="rect">
            <a:avLst/>
          </a:prstGeom>
          <a:solidFill>
            <a:srgbClr val="FFFBEA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89520" y="3090672"/>
            <a:ext cx="1316736" cy="768096"/>
          </a:xfrm>
          <a:prstGeom prst="rect">
            <a:avLst/>
          </a:prstGeom>
          <a:solidFill>
            <a:srgbClr val="FFFBEA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3127248"/>
            <a:ext cx="204825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Settlement Recommendation
(replace path override)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78024" y="3127248"/>
            <a:ext cx="362102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B36"/>
                </a:solidFill>
                <a:latin typeface="Courier New"/>
              </a:rPr>
              <a:t>SUM(replacement_costs) − deductible
via resolve_repair_vs_replacement() — bypasses Step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4496" y="3291840"/>
            <a:ext cx="122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39C12"/>
                </a:solidFill>
                <a:latin typeface="Calibri"/>
              </a:rPr>
              <a:t>$13,700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99248" y="3300984"/>
            <a:ext cx="1097280" cy="347472"/>
          </a:xfrm>
          <a:prstGeom prst="rect">
            <a:avLst/>
          </a:prstGeom>
          <a:solidFill>
            <a:srgbClr val="FFFBEA"/>
          </a:solidFill>
          <a:ln w="952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9248" y="330098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39C12"/>
                </a:solidFill>
                <a:latin typeface="Calibri"/>
              </a:rPr>
              <a:t>Partial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" y="3895344"/>
            <a:ext cx="2121408" cy="768096"/>
          </a:xfrm>
          <a:prstGeom prst="rect">
            <a:avLst/>
          </a:prstGeom>
          <a:solidFill>
            <a:srgbClr val="FFF8F8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23160" y="3895344"/>
            <a:ext cx="3694176" cy="768096"/>
          </a:xfrm>
          <a:prstGeom prst="rect">
            <a:avLst/>
          </a:prstGeom>
          <a:solidFill>
            <a:srgbClr val="FFF8F8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3895344"/>
            <a:ext cx="1261872" cy="768096"/>
          </a:xfrm>
          <a:prstGeom prst="rect">
            <a:avLst/>
          </a:prstGeom>
          <a:solidFill>
            <a:srgbClr val="FFF8F8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89520" y="3895344"/>
            <a:ext cx="1316736" cy="768096"/>
          </a:xfrm>
          <a:prstGeom prst="rect">
            <a:avLst/>
          </a:prstGeom>
          <a:solidFill>
            <a:srgbClr val="FFF8F8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6032" y="3931920"/>
            <a:ext cx="204825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Financial Leakage
"estimated cost" (repair case)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78024" y="3931920"/>
            <a:ext cx="362102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B36"/>
                </a:solidFill>
                <a:latin typeface="Courier New"/>
              </a:rPr>
              <a:t>loss_assessments parts+labor directly
(gross — no deductible, no depreciation applied)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4496" y="4096511"/>
            <a:ext cx="122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74C3C"/>
                </a:solidFill>
                <a:latin typeface="Calibri"/>
              </a:rPr>
              <a:t>$15,600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99248" y="4105656"/>
            <a:ext cx="1097280" cy="347472"/>
          </a:xfrm>
          <a:prstGeom prst="rect">
            <a:avLst/>
          </a:prstGeom>
          <a:solidFill>
            <a:srgbClr val="FFF0F0"/>
          </a:solidFill>
          <a:ln w="9525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99248" y="41056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74C3C"/>
                </a:solidFill>
                <a:latin typeface="Calibri"/>
              </a:rPr>
              <a:t>✗ 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1168" y="4736592"/>
            <a:ext cx="8732520" cy="274320"/>
          </a:xfrm>
          <a:prstGeom prst="rect">
            <a:avLst/>
          </a:prstGeom>
          <a:solidFill>
            <a:srgbClr val="0F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2608" y="4754880"/>
            <a:ext cx="8549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⚠  These four values coexist for the SAME claim. No reconciliation step exists in the pipeline to flag or resolve discrepancies between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B36"/>
                </a:solidFill>
                <a:latin typeface="Cambria"/>
              </a:rPr>
              <a:t>UI Display Issues: Wrong Agent's Data Is Being Shown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The UI faithfully displays what the backend computed. The problem: what it computed is often NOT what the labelled agent actually generated.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143000"/>
            <a:ext cx="8631936" cy="31089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161288"/>
            <a:ext cx="8449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PAGE: Repair vs Replacement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517904"/>
            <a:ext cx="8631936" cy="1353312"/>
          </a:xfrm>
          <a:prstGeom prst="rect">
            <a:avLst/>
          </a:prstGeom>
          <a:solidFill>
            <a:srgbClr val="FFF5F5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8449056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74C3C"/>
                </a:solidFill>
                <a:latin typeface="Calibri"/>
              </a:rPr>
              <a:t>⚠  "AI Recommendation: Replacement — Confidence: 85%"  →  NOT from the Repair vs Replace agent
</a:t>
            </a:r>
          </a:p>
          <a:p>
            <a:pPr algn="l"/>
            <a:r>
              <a:rPr sz="900" b="0" i="0">
                <a:solidFill>
                  <a:srgbClr val="4A1515"/>
                </a:solidFill>
                <a:latin typeface="Calibri"/>
              </a:rPr>
              <a:t>"AI Recommendation" is calculated inside frontend TypeScript (adjuster.ts) as:
    netPayableRecommendation = replacementNetPayable &lt;= repairNetPayable ? "Replacement" : "Repair"
This is the 4th independent re-implementation of the same net-payable-comparison formula in the codebase.
(Backend has 3 others: in Loss Assessment, in Settlement Recommendation, and in resolve_repair_vs_replacement())
"Confidence: 85%" — This is loss_estimation_outputs.confidence — the Loss Assessment agent's confidence in its own parts/labor estimate. The Repair vs Replace agent's real confidence_score (from estimates table) is computed and saved but never shown anywhere.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2944368"/>
            <a:ext cx="8631936" cy="1078992"/>
          </a:xfrm>
          <a:prstGeom prst="rect">
            <a:avLst/>
          </a:prstGeom>
          <a:solidFill>
            <a:srgbClr val="FFF5F5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3017520"/>
            <a:ext cx="844905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74C3C"/>
                </a:solidFill>
                <a:latin typeface="Calibri"/>
              </a:rPr>
              <a:t>⚠  The Repair vs Replace agent's actual stored output is a dead end in the database
</a:t>
            </a:r>
          </a:p>
          <a:p>
            <a:pPr algn="l"/>
            <a:r>
              <a:rPr sz="900" b="0" i="0">
                <a:solidFill>
                  <a:srgbClr val="4A1515"/>
                </a:solidFill>
                <a:latin typeface="Calibri"/>
              </a:rPr>
              <a:t>The estimates table contains the agent's own recommendation and confidence_score. The UI never reads estimates.recommendation or estimates.confidence_score anywhere. Instead:
  • Recommendation → replaced by TypeScript frontend calculation
  • Confidence     → replaced by a column from a completely different agent (Loss Assessment)
A user looking at the "Repair vs Replacement" page is NOT seeing the Repair vs Replacement agent's actual decision or confidence.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4096512"/>
            <a:ext cx="8631936" cy="310896"/>
          </a:xfrm>
          <a:prstGeom prst="rect">
            <a:avLst/>
          </a:prstGeom>
          <a:solidFill>
            <a:srgbClr val="02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4114800"/>
            <a:ext cx="8449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PAGE: Financial Leakage — UI is accurate. But it accurately shows the structural 0%-variance problem. Settlement Recommendation card values are also accurately displayed — the problem is upstream logic.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4480560"/>
            <a:ext cx="8631936" cy="384048"/>
          </a:xfrm>
          <a:prstGeom prst="rect">
            <a:avLst/>
          </a:prstGeom>
          <a:solidFill>
            <a:srgbClr val="EEFF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4507992"/>
            <a:ext cx="8449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C2E"/>
                </a:solidFill>
                <a:latin typeface="Calibri"/>
              </a:rPr>
              <a:t>✓  Conclusion: </a:t>
            </a:r>
          </a:p>
          <a:p>
            <a:pPr algn="l"/>
            <a:r>
              <a:rPr sz="1000" b="0" i="0">
                <a:solidFill>
                  <a:srgbClr val="1A3A20"/>
                </a:solidFill>
                <a:latin typeface="Calibri"/>
              </a:rPr>
              <a:t>No UI rendering bugs found. Every number on screen traces faithfully to a backend database value. All issues are in the backend agent logic and inter-agent data-flow wiring.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B36"/>
                </a:solidFill>
                <a:latin typeface="Cambria"/>
              </a:rPr>
              <a:t>All Issues at a Glance — Agent × Problem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749808"/>
            <a:ext cx="1792224" cy="329184"/>
          </a:xfrm>
          <a:prstGeom prst="rect">
            <a:avLst/>
          </a:prstGeom>
          <a:solidFill>
            <a:srgbClr val="0F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498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749808"/>
            <a:ext cx="3968496" cy="329184"/>
          </a:xfrm>
          <a:prstGeom prst="rect">
            <a:avLst/>
          </a:prstGeom>
          <a:solidFill>
            <a:srgbClr val="0F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57984" y="749808"/>
            <a:ext cx="3913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Issue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749808"/>
            <a:ext cx="2048255" cy="329184"/>
          </a:xfrm>
          <a:prstGeom prst="rect">
            <a:avLst/>
          </a:prstGeom>
          <a:solidFill>
            <a:srgbClr val="0F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7064" y="749808"/>
            <a:ext cx="19933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Impact on Claims Decisions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749808"/>
            <a:ext cx="585216" cy="329184"/>
          </a:xfrm>
          <a:prstGeom prst="rect">
            <a:avLst/>
          </a:prstGeom>
          <a:solidFill>
            <a:srgbClr val="0F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5904" y="749808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115568"/>
            <a:ext cx="179222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03120" y="1115568"/>
            <a:ext cx="396849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115568"/>
            <a:ext cx="204825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115568"/>
            <a:ext cx="58521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114300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5A82"/>
                </a:solidFill>
                <a:latin typeface="Calibri"/>
              </a:rPr>
              <a:t>Settlement
Rec.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57984" y="1143000"/>
            <a:ext cx="3913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B36"/>
                </a:solidFill>
                <a:latin typeface="Calibri"/>
              </a:rPr>
              <a:t>Ignores stored Repair vs Replace decision;
add undocumented recalculation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1143000"/>
            <a:ext cx="199339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5A5A"/>
                </a:solidFill>
                <a:latin typeface="Calibri"/>
              </a:rPr>
              <a:t>Silent disagreement possible; adjuster overrides lost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57615" y="1207008"/>
            <a:ext cx="530352" cy="274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5" y="1207008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1609344"/>
            <a:ext cx="1792224" cy="457200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03120" y="1609344"/>
            <a:ext cx="3968496" cy="457200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609344"/>
            <a:ext cx="2048255" cy="457200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1609344"/>
            <a:ext cx="585216" cy="457200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163677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5A82"/>
                </a:solidFill>
                <a:latin typeface="Calibri"/>
              </a:rPr>
              <a:t>Settlement
Rec.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57984" y="1636776"/>
            <a:ext cx="3913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B36"/>
                </a:solidFill>
                <a:latin typeface="Calibri"/>
              </a:rPr>
              <a:t>LLM forbidden from changing numbers;
notes text is decorative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7064" y="1636776"/>
            <a:ext cx="199339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5A5A"/>
                </a:solidFill>
                <a:latin typeface="Calibri"/>
              </a:rPr>
              <a:t>Notes appear AI-driven but are constrained paraphrase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57615" y="1700784"/>
            <a:ext cx="530352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5" y="1700784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" y="2103120"/>
            <a:ext cx="179222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03120" y="2103120"/>
            <a:ext cx="396849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2103120"/>
            <a:ext cx="204825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21040" y="2103120"/>
            <a:ext cx="58521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2130551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5A82"/>
                </a:solidFill>
                <a:latin typeface="Calibri"/>
              </a:rPr>
              <a:t>Settlement
Rec.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57984" y="2130551"/>
            <a:ext cx="3913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B36"/>
                </a:solidFill>
                <a:latin typeface="Calibri"/>
              </a:rPr>
              <a:t>Discards loss_estimation_outputs.net_payable
for Replace-path claims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7064" y="2130551"/>
            <a:ext cx="199339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5A5A"/>
                </a:solidFill>
                <a:latin typeface="Calibri"/>
              </a:rPr>
              <a:t>Settlement amount sourced from different table than Loss Assessment intended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57615" y="2194560"/>
            <a:ext cx="530352" cy="274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57615" y="2194560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2596896"/>
            <a:ext cx="1792224" cy="457200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103120" y="2596896"/>
            <a:ext cx="3968496" cy="457200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2596896"/>
            <a:ext cx="2048255" cy="457200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21040" y="2596896"/>
            <a:ext cx="585216" cy="457200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" y="2624327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5A82"/>
                </a:solidFill>
                <a:latin typeface="Calibri"/>
              </a:rPr>
              <a:t>Repair vs
Replace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57984" y="2624327"/>
            <a:ext cx="3913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B36"/>
                </a:solidFill>
                <a:latin typeface="Calibri"/>
              </a:rPr>
              <a:t>estimates table output (recommendation +
confidence) is never read by UI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27064" y="2624327"/>
            <a:ext cx="199339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5A5A"/>
                </a:solidFill>
                <a:latin typeface="Calibri"/>
              </a:rPr>
              <a:t>Entire agent recommendation invisible to end users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57615" y="2688336"/>
            <a:ext cx="530352" cy="274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57615" y="2688336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1168" y="3090672"/>
            <a:ext cx="179222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103120" y="3090672"/>
            <a:ext cx="396849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72200" y="3090672"/>
            <a:ext cx="204825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21040" y="3090672"/>
            <a:ext cx="58521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6032" y="3118103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5A82"/>
                </a:solidFill>
                <a:latin typeface="Calibri"/>
              </a:rPr>
              <a:t>Repair vs
Replace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57984" y="3118103"/>
            <a:ext cx="3913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B36"/>
                </a:solidFill>
                <a:latin typeface="Calibri"/>
              </a:rPr>
              <a:t>"Confidence: 85%" is Loss Assessment's
confidence, not this agent's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27064" y="3118103"/>
            <a:ext cx="199339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5A5A"/>
                </a:solidFill>
                <a:latin typeface="Calibri"/>
              </a:rPr>
              <a:t>Users misread confidence as reflecting repair/replace certainty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57615" y="3182112"/>
            <a:ext cx="530352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57615" y="3182112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1168" y="3584448"/>
            <a:ext cx="1792224" cy="457200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03120" y="3584448"/>
            <a:ext cx="3968496" cy="457200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72200" y="3584448"/>
            <a:ext cx="2048255" cy="457200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21040" y="3584448"/>
            <a:ext cx="585216" cy="457200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6032" y="3611879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5A82"/>
                </a:solidFill>
                <a:latin typeface="Calibri"/>
              </a:rPr>
              <a:t>Fin. Leakage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57984" y="3611879"/>
            <a:ext cx="3913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B36"/>
                </a:solidFill>
                <a:latin typeface="Calibri"/>
              </a:rPr>
              <a:t>Same SQL query used for "estimated"
and "actual" cost pre-dispatch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27064" y="3611879"/>
            <a:ext cx="199339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5A5A"/>
                </a:solidFill>
                <a:latin typeface="Calibri"/>
              </a:rPr>
              <a:t>0% variance always for Replace claims — false sense of accuracy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57615" y="3675887"/>
            <a:ext cx="530352" cy="274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57615" y="3675887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1168" y="4078224"/>
            <a:ext cx="179222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103120" y="4078224"/>
            <a:ext cx="396849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72200" y="4078224"/>
            <a:ext cx="204825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21040" y="4078224"/>
            <a:ext cx="58521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6032" y="410565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5A82"/>
                </a:solidFill>
                <a:latin typeface="Calibri"/>
              </a:rPr>
              <a:t>Fin. Leakage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57984" y="4105656"/>
            <a:ext cx="3913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B36"/>
                </a:solidFill>
                <a:latin typeface="Calibri"/>
              </a:rPr>
              <a:t>Negative variance floored to 0
(max(variance, 0) bug)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27064" y="4105656"/>
            <a:ext cx="199339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5A5A"/>
                </a:solidFill>
                <a:latin typeface="Calibri"/>
              </a:rPr>
              <a:t>Under-settlement cases score 0/Low — not surfaced to adjuster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57615" y="4169663"/>
            <a:ext cx="530352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57615" y="4169663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1168" y="4572000"/>
            <a:ext cx="1792224" cy="457200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103120" y="4572000"/>
            <a:ext cx="3968496" cy="457200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72200" y="4572000"/>
            <a:ext cx="2048255" cy="457200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21040" y="4572000"/>
            <a:ext cx="585216" cy="457200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6032" y="459943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5A82"/>
                </a:solidFill>
                <a:latin typeface="Calibri"/>
              </a:rPr>
              <a:t>All Agents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57984" y="4599432"/>
            <a:ext cx="3913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B36"/>
                </a:solidFill>
                <a:latin typeface="Calibri"/>
              </a:rPr>
              <a:t>No shared cost figure — 4 independent
formulas with no cross-check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27064" y="4599432"/>
            <a:ext cx="199339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5A5A"/>
                </a:solidFill>
                <a:latin typeface="Calibri"/>
              </a:rPr>
              <a:t>Pipeline can produce inconsistent amounts with no reconciliation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357615" y="4663440"/>
            <a:ext cx="530352" cy="274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57615" y="4663440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B36"/>
                </a:solidFill>
                <a:latin typeface="Cambria"/>
              </a:rPr>
              <a:t>Recommendations &amp; Suggested Fixes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749808"/>
            <a:ext cx="87325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749808"/>
            <a:ext cx="365760" cy="5852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749808"/>
            <a:ext cx="365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R1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886968"/>
            <a:ext cx="137160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869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Settlement Rec.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6" y="795528"/>
            <a:ext cx="5760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B36"/>
                </a:solidFill>
                <a:latin typeface="Calibri"/>
              </a:rPr>
              <a:t>Re-wire to consume repair_vs_replacement_decisions.decision. Remove or demote the independent resolve_repair_vs_replacement() step. Add a check that flags disagreement between agents for adjuster review.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905256"/>
            <a:ext cx="82296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90525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371600"/>
            <a:ext cx="8732520" cy="585216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1371600"/>
            <a:ext cx="365760" cy="5852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371600"/>
            <a:ext cx="365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" y="1508760"/>
            <a:ext cx="137160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508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Settlement Rec.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1417320"/>
            <a:ext cx="5760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B36"/>
                </a:solidFill>
                <a:latin typeface="Calibri"/>
              </a:rPr>
              <a:t>Restore original design: use loss_estimation_outputs.net_payable as the single authoritative source for both Repair and Replace paths. This was the intended 7-step flow.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527048"/>
            <a:ext cx="82296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15270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" y="1993392"/>
            <a:ext cx="87325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1168" y="1993392"/>
            <a:ext cx="365760" cy="5852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" y="1993392"/>
            <a:ext cx="365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" y="2130552"/>
            <a:ext cx="137160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130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Repair vs Replace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48256" y="2039112"/>
            <a:ext cx="5760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B36"/>
                </a:solidFill>
                <a:latin typeface="Calibri"/>
              </a:rPr>
              <a:t>Make the UI read estimates.recommendation and estimates.confidence_score (the agent's actual outputs). Remove the TypeScript netPayableRecommendation recalculation. Correct the "Confidence" label source.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2148840"/>
            <a:ext cx="82296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1488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2615184"/>
            <a:ext cx="8732520" cy="585216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1168" y="2615184"/>
            <a:ext cx="365760" cy="5852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" y="2615184"/>
            <a:ext cx="365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" y="2752344"/>
            <a:ext cx="137160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" y="27523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Repair vs Replace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48256" y="2660903"/>
            <a:ext cx="5760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B36"/>
                </a:solidFill>
                <a:latin typeface="Calibri"/>
              </a:rPr>
              <a:t>Introduce a pricing reference (historical claims, catalog, or validated range) for LLM cost estimates. Without a grounding source, per-item estimates are unreliable as a foundation for downstream decisions.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2770632"/>
            <a:ext cx="822960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277063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" y="3236976"/>
            <a:ext cx="87325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1168" y="3236976"/>
            <a:ext cx="365760" cy="5852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" y="3236976"/>
            <a:ext cx="365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" y="3374136"/>
            <a:ext cx="137160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" y="33741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Fin. Leakage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48256" y="3282696"/>
            <a:ext cx="5760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B36"/>
                </a:solidFill>
                <a:latin typeface="Calibri"/>
              </a:rPr>
              <a:t>Fix the "actual cost" query to use a genuinely independent source. Pre-dispatch, show a clear placeholder: "No actual data — re-run after vendor dispatch" instead of showing 0% variance.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3392424"/>
            <a:ext cx="82296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0" y="339242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3858768"/>
            <a:ext cx="8732520" cy="585216"/>
          </a:xfrm>
          <a:prstGeom prst="rect">
            <a:avLst/>
          </a:prstGeom>
          <a:solidFill>
            <a:srgbClr val="F5F8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3858768"/>
            <a:ext cx="365760" cy="5852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168" y="3858768"/>
            <a:ext cx="365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" y="3995928"/>
            <a:ext cx="137160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" y="3995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Fin. Leakage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48256" y="3904488"/>
            <a:ext cx="5760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B36"/>
                </a:solidFill>
                <a:latin typeface="Calibri"/>
              </a:rPr>
              <a:t>Remove the max(variance, 0) floor. Negative variance should produce a non-zero leakage score so under-settlement is surfaced. Consider showing both over- and under-settlement separately.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63840" y="4014216"/>
            <a:ext cx="82296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40142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1168" y="4480560"/>
            <a:ext cx="87325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01168" y="4480560"/>
            <a:ext cx="365760" cy="5852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1168" y="4480560"/>
            <a:ext cx="365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" y="4617720"/>
            <a:ext cx="137160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3504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All Agents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48256" y="4526280"/>
            <a:ext cx="5760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B36"/>
                </a:solidFill>
                <a:latin typeface="Calibri"/>
              </a:rPr>
              <a:t>Designate one authoritative net_payable (loss_estimation_outputs is the intended source). Add an orchestration validation step that cross-checks agent outputs before writing ai_decision_recommendations.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0" y="4636008"/>
            <a:ext cx="822960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63840" y="463600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C39A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mbria"/>
              </a:rPr>
              <a:t>Three agents, five issues — all fixable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847088"/>
            <a:ext cx="54864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956816"/>
            <a:ext cx="256032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95681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56816"/>
            <a:ext cx="7909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0EE"/>
                </a:solidFill>
                <a:latin typeface="Calibri"/>
              </a:rPr>
              <a:t>Settlement Recommendation bypasses upstream agents and adds an undocumented recalculation step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2551176"/>
            <a:ext cx="256032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55117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51176"/>
            <a:ext cx="7909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0EE"/>
                </a:solidFill>
                <a:latin typeface="Calibri"/>
              </a:rPr>
              <a:t>Repair vs Replace agent output is never shown in the UI — unrelated values from other agents are displayed instead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3145536"/>
            <a:ext cx="256032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14553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145536"/>
            <a:ext cx="7909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0EE"/>
                </a:solidFill>
                <a:latin typeface="Calibri"/>
              </a:rPr>
              <a:t>Financial Leakage compares identical data pre-dispatch — variance will always show 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3739896"/>
            <a:ext cx="256032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7398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739896"/>
            <a:ext cx="7909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0EE"/>
                </a:solidFill>
                <a:latin typeface="Calibri"/>
              </a:rPr>
              <a:t>No single shared "cost" figure enforced across the pipeline — 4 independent calculations coexist unreconciled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526280"/>
            <a:ext cx="8138160" cy="32918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44568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All issues are identified and root-caused. No UI rendering bugs — all problems are in backend agent design and inter-agent data-flow wiring.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